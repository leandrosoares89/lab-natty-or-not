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81560"/>
            <a:ext cx="435575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Pirâmide de Testes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496119" y="258142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estrutura estratégica para equilibrar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velocidade, confiança e custo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automação de testes — com muitos testes rápidos na base, testes de integração no meio e poucos testes ponta a ponta no topo.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830413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Por que a Pirâmide Existe?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96119" y="70440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pirâmide organiza os testes por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custo, velocidade e confiabilidade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Cada camada tem um papel claro: dar feedback rápido, validar comunicação entre partes e confirmar fluxos reais do usuário.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9270"/>
            <a:ext cx="8151763" cy="373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7310" y="1335912"/>
            <a:ext cx="1983571" cy="247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E2E/UI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467310" y="1647974"/>
            <a:ext cx="1987578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Poucos, críticos, lentos e caros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8908" y="2562120"/>
            <a:ext cx="1827290" cy="247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Integração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88908" y="2874182"/>
            <a:ext cx="1827290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 média; valida contratos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67310" y="3262882"/>
            <a:ext cx="1983571" cy="247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Unidade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67310" y="3574943"/>
            <a:ext cx="1987578" cy="135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Muitos, rápidos e baratos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459968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base verde representa testes de unidade — muitos e rápidos. A camada amarela do meio são testes de integração — validam contratos e fronteiras. O topo vermelho são testes E2E — poucos, críticos e focados em jornadas essenciais.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496119" y="4724549"/>
            <a:ext cx="9525" cy="164604"/>
          </a:xfrm>
          <a:prstGeom prst="roundRect">
            <a:avLst>
              <a:gd name="adj" fmla="val 60000"/>
            </a:avLst>
          </a:prstGeom>
          <a:solidFill>
            <a:srgbClr val="6237C8"/>
          </a:solidFill>
          <a:ln/>
        </p:spPr>
      </p:sp>
      <p:sp>
        <p:nvSpPr>
          <p:cNvPr id="13" name="Text 10"/>
          <p:cNvSpPr/>
          <p:nvPr/>
        </p:nvSpPr>
        <p:spPr>
          <a:xfrm>
            <a:off x="602382" y="4764360"/>
            <a:ext cx="850270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"Uma boa suíte falha cedo, explica bem o problema e não transforma cada alteração simples em uma tarde de manutenção."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2021"/>
            <a:ext cx="435575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 Três Camadas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496119" y="1942802"/>
            <a:ext cx="2622724" cy="1302246"/>
          </a:xfrm>
          <a:prstGeom prst="roundRect">
            <a:avLst>
              <a:gd name="adj" fmla="val 4572"/>
            </a:avLst>
          </a:prstGeom>
          <a:solidFill>
            <a:srgbClr val="22C55E"/>
          </a:solidFill>
          <a:ln w="4763">
            <a:solidFill>
              <a:srgbClr val="08AB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089324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Testes de Unidade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2640" y="2418085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negócio, validações, cálculos e casos de borda. Rápidos, baratos e isolados.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942802"/>
            <a:ext cx="2622724" cy="1302246"/>
          </a:xfrm>
          <a:prstGeom prst="roundRect">
            <a:avLst>
              <a:gd name="adj" fmla="val 4572"/>
            </a:avLst>
          </a:prstGeom>
          <a:solidFill>
            <a:srgbClr val="EAB308"/>
          </a:solidFill>
          <a:ln w="4763">
            <a:solidFill>
              <a:srgbClr val="D0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089324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Testes de Integração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07122" y="2418085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dados, APIs, filas, arquivos e contratos entre serviços.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942802"/>
            <a:ext cx="2622724" cy="1302246"/>
          </a:xfrm>
          <a:prstGeom prst="roundRect">
            <a:avLst>
              <a:gd name="adj" fmla="val 4572"/>
            </a:avLst>
          </a:prstGeom>
          <a:solidFill>
            <a:srgbClr val="EF4444"/>
          </a:solidFill>
          <a:ln w="4763">
            <a:solidFill>
              <a:srgbClr val="FF5D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089324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Testes E2E / UI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71605" y="2418085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Login, compra, cadastro, pagamento e jornadas críticas do usuário.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404518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E0D7F4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605287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3581698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Princípio-chave: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base deve ser rápida; o topo deve ser pequeno, estável e focado no que não pode quebrar.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6680"/>
            <a:ext cx="5143649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Como Aplicar no Dia a Dia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96119" y="135746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Comece pelos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riscos do negócio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não por porcentagens rígidas. Use o exemplo de um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checkout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decidir a camada de cada teste: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70559"/>
            <a:ext cx="2717229" cy="567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7877" y="2679353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Unidade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37877" y="3008114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Preço, desconto, frete e impostos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970559"/>
            <a:ext cx="2717229" cy="567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5107" y="2679353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Integração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355107" y="3008114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Estoque, pagamento e persistência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970559"/>
            <a:ext cx="2717229" cy="567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2336" y="2679353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E2E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072336" y="300811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 aprovada, pagamento recusado e recuperação de erro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96119" y="3762970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E0D7F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963739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6816" y="3940150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Checklist rápido: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Regra pura? →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Unidade.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Depende de banco, API, fila ou arquivo? →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Integração.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Depende da experiência completa do usuário? →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E2E.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6454"/>
            <a:ext cx="7008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Armadilhas Comuns e Plano de Ação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96119" y="1638077"/>
            <a:ext cx="2521744" cy="253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Armadilhas a Evitar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96119" y="2033067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Muitos testes E2E e poucos testes rápidos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Testar detalhes de implementação em vez de comportamento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Ignorar contratos externos entre serviços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496318"/>
            <a:ext cx="4107135" cy="1918618"/>
          </a:xfrm>
          <a:prstGeom prst="roundRect">
            <a:avLst>
              <a:gd name="adj" fmla="val 5320"/>
            </a:avLst>
          </a:prstGeom>
          <a:solidFill>
            <a:srgbClr val="6237C8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638077"/>
            <a:ext cx="2406476" cy="253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Plano Resumido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89363" y="2033067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 os fluxos críticos do negócio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Cubra regras puras com testes de unidade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Adicione integração nas fronteiras externas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Escolha poucos E2E essenciais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Rode tudo no CI e remova testes instáveis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3574405"/>
            <a:ext cx="19050" cy="772567"/>
          </a:xfrm>
          <a:prstGeom prst="roundRect">
            <a:avLst>
              <a:gd name="adj" fmla="val 60000"/>
            </a:avLst>
          </a:prstGeom>
          <a:solidFill>
            <a:srgbClr val="6237C8"/>
          </a:solidFill>
          <a:ln/>
        </p:spPr>
      </p:sp>
      <p:sp>
        <p:nvSpPr>
          <p:cNvPr id="9" name="Text 7"/>
          <p:cNvSpPr/>
          <p:nvPr/>
        </p:nvSpPr>
        <p:spPr>
          <a:xfrm>
            <a:off x="708720" y="3733874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"Escreva muitos testes baratos, alguns testes de contrato e poucos testes de jornada. Essa combinação dá velocidade para mudar e segurança para entregar."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2026-07-05T23:00:08Z</dcterms:created>
  <dcterms:modified xsi:type="dcterms:W3CDTF">2026-07-05T23:00:08Z</dcterms:modified>
</cp:coreProperties>
</file>